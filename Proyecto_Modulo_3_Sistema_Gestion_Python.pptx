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996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Proyecto Módulo 3</a:t>
            </a:r>
          </a:p>
          <a:p>
            <a:r>
              <a:t>Sistema de Gestión en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Oscar Andrés Pezoa Sánchez</a:t>
            </a:r>
          </a:p>
          <a:p>
            <a:r>
              <a:t>Lenguaje: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Diseñar un sistema de gestión en Python</a:t>
            </a:r>
          </a:p>
          <a:p>
            <a:r>
              <a:t>- Aplicar estructuras de control, funciones y módulos</a:t>
            </a:r>
          </a:p>
          <a:p>
            <a:r>
              <a:t>- Gestionar inventario y ventas con validaciones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app.py: menú principal</a:t>
            </a:r>
          </a:p>
          <a:p>
            <a:r>
              <a:t>- productos.py: gestión de inventario</a:t>
            </a:r>
          </a:p>
          <a:p>
            <a:r>
              <a:t>- ventas.py: módulo de ventas</a:t>
            </a:r>
          </a:p>
          <a:p>
            <a:r>
              <a:t>- utils.py / rut_utils.py: validaciones</a:t>
            </a:r>
          </a:p>
          <a:p>
            <a:r>
              <a:t>- reportes.py / carga.py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Estructuras de Datos Utilizadas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Lista (inventario): productos</a:t>
            </a:r>
          </a:p>
          <a:p>
            <a:r>
              <a:t>- Lista (ventas): historial de ventas</a:t>
            </a:r>
          </a:p>
          <a:p>
            <a:r>
              <a:t>- Diccionarios: productos y ventas</a:t>
            </a:r>
          </a:p>
          <a:p>
            <a:r>
              <a:t>- Tupla: categorías</a:t>
            </a:r>
          </a:p>
          <a:p>
            <a:r>
              <a:t>- Set: categorías únicas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 del Inventario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Agregar productos</a:t>
            </a:r>
          </a:p>
          <a:p>
            <a:r>
              <a:t>- Listar productos</a:t>
            </a:r>
          </a:p>
          <a:p>
            <a:r>
              <a:t>- Actualizar stock</a:t>
            </a:r>
          </a:p>
          <a:p>
            <a:r>
              <a:t>- Eliminar productos</a:t>
            </a:r>
          </a:p>
          <a:p>
            <a:r>
              <a:t>- Validaciones de datos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Módulo de Ventas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Venta por ID de producto</a:t>
            </a:r>
          </a:p>
          <a:p>
            <a:r>
              <a:t>- Validación de stock disponible</a:t>
            </a:r>
          </a:p>
          <a:p>
            <a:r>
              <a:t>- Rebaja automática del inventario</a:t>
            </a:r>
          </a:p>
          <a:p>
            <a:r>
              <a:t>- Registro de ventas con RUT del cliente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Uso de Recursividad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Función sumar_stock_recursivo()</a:t>
            </a:r>
          </a:p>
          <a:p>
            <a:r>
              <a:t>- Suma total de stock del inventario</a:t>
            </a:r>
          </a:p>
          <a:p>
            <a:r>
              <a:t>- Cumple requerimiento académico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y 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Sistema funcional y modular</a:t>
            </a:r>
          </a:p>
          <a:p>
            <a:r>
              <a:t>- Uso correcto de estructuras de datos</a:t>
            </a:r>
          </a:p>
          <a:p>
            <a:r>
              <a:t>- Código validado y documentado</a:t>
            </a:r>
          </a:p>
          <a:p>
            <a:r>
              <a:t>- Posibles mejoras futuras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213</Words>
  <Application>Microsoft Office PowerPoint</Application>
  <PresentationFormat>Presentación en pantalla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Proyecto Módulo 3 Sistema de Gestión en Python</vt:lpstr>
      <vt:lpstr>Objetivo del Proyecto</vt:lpstr>
      <vt:lpstr>Arquitectura del Sistema</vt:lpstr>
      <vt:lpstr>Estructuras de Datos Utilizadas</vt:lpstr>
      <vt:lpstr>Funcionalidades del Inventario</vt:lpstr>
      <vt:lpstr>Módulo de Ventas</vt:lpstr>
      <vt:lpstr>Uso de Recursividad</vt:lpstr>
      <vt:lpstr>Resultados y 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Oscar Pezoa Sánchez</dc:creator>
  <cp:keywords/>
  <dc:description>generated using python-pptx</dc:description>
  <cp:lastModifiedBy>Oscar Pezoa Sánchez</cp:lastModifiedBy>
  <cp:revision>1</cp:revision>
  <dcterms:created xsi:type="dcterms:W3CDTF">2013-01-27T09:14:16Z</dcterms:created>
  <dcterms:modified xsi:type="dcterms:W3CDTF">2025-12-16T00:13:46Z</dcterms:modified>
  <cp:category/>
</cp:coreProperties>
</file>